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Öppna med varför detta är en bra hackaton-demo: konkret problem, flera agenter, RAG, verifierbar data och rolig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Betona att väljarpanelen är fiktiv. Det är en pedagogisk simulering för att visa agentsamarbete.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Förklara att pipeline är medvetet enkel. Fel hittas i loggar: antal docs, chunks, indexrecords.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Använd detta om någon frågar status. Poängtera att siffrorna är från senaste körningen och att loggningen är en feature i sig.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först att miljövariabler finns utan att visa API-nyckel. Vid osäkerhet: kör DISABLE_LLM=true.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Här kan du narrera outputens delar innan live-körning så publiken vet vad de tittar efter.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Poängtera att de här buggarna hittades genom observability. Bra hackaton-demo visar både produkt och hantverk.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Avsluta med att detta är en agent- och RAG-demo, inte en politisk analys. Bjud in till frågor om pipeline, prompts och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3474720" cy="329184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0"/>
                </a:solidFill>
              </a:rPr>
              <a:t>LIVE DEMO · RAG · MULTI-AGENT · LLM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" y="162763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Party Debate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58952" y="2359152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Svensk partiledardebatt-simulator med källgrundade agenter och fiktiv väljarpanel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49640" y="1572768"/>
            <a:ext cx="2331720" cy="585216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Officiella källor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46920" y="2450592"/>
            <a:ext cx="2084832" cy="585216"/>
          </a:xfrm>
          <a:prstGeom prst="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Riksdagen-data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0" y="3429000"/>
            <a:ext cx="1920240" cy="585216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LLM-svar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38360" y="4370832"/>
            <a:ext cx="1901952" cy="585216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Väljarpanel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54406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Demo: fråga → debatt → repliker → summering → väljarsimulering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1C4"/>
                </a:solidFill>
              </a:rPr>
              <a:t>Party Debate Agent · hackatondemo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B1C4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Vad demonstrerar vi?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Från politiska dokument till en levande, men tydligt simulerad, debatt.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874520" cy="1234440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Samla källor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07792" y="1874520"/>
            <a:ext cx="1874520" cy="1234440"/>
          </a:xfrm>
          <a:prstGeom prst="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Hitta relevant 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47488" y="1874520"/>
            <a:ext cx="1874520" cy="1234440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Generera partisvar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78040" y="1874520"/>
            <a:ext cx="1874520" cy="1234440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Repliker &amp;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08592" y="1874520"/>
            <a:ext cx="1965960" cy="1234440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Fiktiv väljarpanel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97480" y="2487168"/>
            <a:ext cx="1737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28032" y="2487168"/>
            <a:ext cx="1737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67728" y="2487168"/>
            <a:ext cx="17373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2487168"/>
            <a:ext cx="16459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" y="4005072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Målet är inte att förutsäga politik eller väljare. Målet är att visa en agentkedja som kan läsa källor, resonera inom begränsningar och producera en begriplig demo-output.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34640" y="5230368"/>
            <a:ext cx="6492240" cy="329184"/>
          </a:xfrm>
          <a:prstGeom prst="rect">
            <a:avLst/>
          </a:prstGeom>
          <a:solidFill>
            <a:srgbClr val="FDE68A"/>
          </a:solidFill>
          <a:ln>
            <a:solidFill>
              <a:srgbClr val="FDE68A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Viktig disclaimer i output: simulering — inte prognos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Party Debate Agent · hackatondemo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Arkitekturen i en bild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En enkel RAG- och LangGraph-pipeline som går att förklara på två minuter.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508760" cy="1115568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Källor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Partisidor + Riksdagen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97480" y="1828800"/>
            <a:ext cx="1508760" cy="1115568"/>
          </a:xfrm>
          <a:prstGeom prst="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Ingest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HTML/REST → JSONL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00600" y="1828800"/>
            <a:ext cx="1508760" cy="1115568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Chunking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Text → bitar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03720" y="1828800"/>
            <a:ext cx="1508760" cy="1115568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Vector index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Chroma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006840" y="1828800"/>
            <a:ext cx="1508760" cy="1115568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Debattgraf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LangGraph + LLM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167128" y="239572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70248" y="239572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73368" y="239572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76488" y="2395728"/>
            <a:ext cx="4846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765792" y="2962656"/>
            <a:ext cx="0" cy="91440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635240" y="4041648"/>
            <a:ext cx="36118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CLI-output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Öppning · replik · summary · väljarpanel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2303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334155"/>
                </a:solidFill>
              </a:rPr>
              <a:t>Designprincip: gör varje steg observerbart. När data blir fel ska loggen kunna säga var sanningen tog semester.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Party Debate Agent · hackatondemo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Pipeline-status inför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Vad som fungerar nu — och vad loggningen avslöjade.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Partikällor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49040" y="1764792"/>
            <a:ext cx="115179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21240" y="171907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Chunks totalt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2331720"/>
            <a:ext cx="598932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21240" y="228600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312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8712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Riksdagen-chunks i senaste körning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2898648"/>
            <a:ext cx="577815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21240" y="285292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301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4381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Index records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3465576"/>
            <a:ext cx="59893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1240" y="341985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312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590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Tolkning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956048"/>
            <a:ext cx="10241280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334155"/>
                </a:solidFill>
              </a:rPr>
              <a:t>Partidokumenten går hela vägen till index.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</a:rPr>
              <a:t>Riksdagen-data syns i chunks och Chroma — bra.</a:t>
            </a:r>
            <a:endParaRPr lang="en-US" sz="1450" dirty="0"/>
          </a:p>
          <a:p>
            <a:r>
              <a:rPr lang="en-US" sz="1450" dirty="0">
                <a:solidFill>
                  <a:srgbClr val="334155"/>
                </a:solidFill>
              </a:rPr>
              <a:t>Men senaste loggen visade risk: import kan råka hämta helt protokoll i stället för enskilt anförande.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Party Debate Agent · hackatondemo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47120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Live-demo: körordning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En säker demo är inte feg. Den är civiliserad.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384048" cy="384048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61872" y="1563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Ladda .env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03320" y="1545336"/>
            <a:ext cx="7498080" cy="320040"/>
          </a:xfrm>
          <a:prstGeom prst="rect">
            <a:avLst/>
          </a:prstGeom>
          <a:solidFill>
            <a:srgbClr val="111827"/>
          </a:solidFill>
          <a:ln>
            <a:solidFill>
              <a:srgbClr val="111827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set -a; source .env; set +a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505456"/>
            <a:ext cx="384048" cy="384048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2496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Bygg data/index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2478024"/>
            <a:ext cx="7498080" cy="320040"/>
          </a:xfrm>
          <a:prstGeom prst="rect">
            <a:avLst/>
          </a:prstGeom>
          <a:solidFill>
            <a:srgbClr val="111827"/>
          </a:solidFill>
          <a:ln>
            <a:solidFill>
              <a:srgbClr val="111827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./ingest_data.sh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438144"/>
            <a:ext cx="384048" cy="384048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1872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Kör välfärdsfråga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3410712"/>
            <a:ext cx="7498080" cy="320040"/>
          </a:xfrm>
          <a:prstGeom prst="rect">
            <a:avLst/>
          </a:prstGeom>
          <a:solidFill>
            <a:srgbClr val="111827"/>
          </a:solidFill>
          <a:ln>
            <a:solidFill>
              <a:srgbClr val="111827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 app.py "Vad vill ni göra åt välfärden?" --party M --party S --party MP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370832"/>
            <a:ext cx="384048" cy="384048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61872" y="4361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Kör klimatfråga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4343400"/>
            <a:ext cx="7498080" cy="320040"/>
          </a:xfrm>
          <a:prstGeom prst="rect">
            <a:avLst/>
          </a:prstGeom>
          <a:solidFill>
            <a:srgbClr val="111827"/>
          </a:solidFill>
          <a:ln>
            <a:solidFill>
              <a:srgbClr val="111827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python app.py "Vad vill ni göra åt klimatet?" --party M --party S --party MP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54680" y="5596128"/>
            <a:ext cx="5897880" cy="329184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Fallback: DISABLE_LLM=true ger demo utan API-anrop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1C4"/>
                </a:solidFill>
              </a:rPr>
              <a:t>Party Debate Agent · hackatondemo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47120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B1C4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Vad publiken ska 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Fyra delar i outputen gör att demon känns som en debatt, inte bara en frågelåda.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2331720" cy="530352"/>
          </a:xfrm>
          <a:prstGeom prst="rect">
            <a:avLst/>
          </a:prstGeom>
          <a:solidFill>
            <a:srgbClr val="E0F2FE"/>
          </a:solidFill>
          <a:ln>
            <a:solidFill>
              <a:srgbClr val="E0F2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Opening Round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04088" y="25420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Partierna svarar på frågan med stöd i sina källor.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3520440" y="1783080"/>
            <a:ext cx="2331720" cy="530352"/>
          </a:xfrm>
          <a:prstGeom prst="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Rebuttal 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38728" y="25420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Partierna ser tidigare svar och markerar skillnader.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355080" y="1783080"/>
            <a:ext cx="2331720" cy="530352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Moderator Summary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3368" y="25420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Sammanfattar likheter, skillnader och kvarstående oklarhet.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189720" y="1783080"/>
            <a:ext cx="2331720" cy="530352"/>
          </a:xfrm>
          <a:prstGeom prst="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Väljarpanel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08008" y="2542032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Fem fiktiva personas väljer parti och motiverar i två meningar.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097280" y="49834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Publiken ska förstå: frågan styr retrieval, svaren är källgrundade, replikerna har kontext, panelen är explicit fiktiv.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Party Debate Agent · hackatondemo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 tekniska lärdomar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Det är här demon blir trovärdig för utvecklare.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609344"/>
            <a:ext cx="475488" cy="475488"/>
          </a:xfrm>
          <a:prstGeom prst="rect">
            <a:avLst/>
          </a:prstGeom>
          <a:solidFill>
            <a:srgbClr val="FFE4E6"/>
          </a:solidFill>
          <a:ln>
            <a:solidFill>
              <a:srgbClr val="FFE4E6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72768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Stale index är lömskt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72768" y="197510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Därför finns --rebuild: gammal Chroma-data får inte blandas med nya chunks.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3026664"/>
            <a:ext cx="475488" cy="475488"/>
          </a:xfrm>
          <a:prstGeom prst="rect">
            <a:avLst/>
          </a:prstGeom>
          <a:solidFill>
            <a:srgbClr val="FEF3C7"/>
          </a:solidFill>
          <a:ln>
            <a:solidFill>
              <a:srgbClr val="FEF3C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2768" y="2990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Riksdagen-data kräver nivåval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72768" y="339242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Anförande-text är inte samma sak som hela protokollet. Loggarna måste visa storlek och källa.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4443984"/>
            <a:ext cx="475488" cy="475488"/>
          </a:xfrm>
          <a:prstGeom prst="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2768" y="4407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LLM behöver säkerhetsbälte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72768" y="4809744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</a:rPr>
              <a:t>OPENAI_API_KEY saknas? DISABLE_LLM=true? Fallback ska vara synlig och robust.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Party Debate Agent · hackatondemo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75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Nästa steg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98755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Om det här vore dag 3 — men nu ska vi dema utan att elda upp terminalen.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9875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E2E8F0"/>
                </a:solidFill>
              </a:rPr>
              <a:t>Bättre Riksdagen-urval: enskilda anföranden, rätt parti, rätt fråga.</a:t>
            </a:r>
            <a:endParaRPr lang="en-US" sz="1700" dirty="0"/>
          </a:p>
          <a:p>
            <a:r>
              <a:rPr lang="en-US" sz="1700" dirty="0">
                <a:solidFill>
                  <a:srgbClr val="E2E8F0"/>
                </a:solidFill>
              </a:rPr>
              <a:t>Fact-check-agent som markerar svagt källstöd och saknade belägg.</a:t>
            </a:r>
            <a:endParaRPr lang="en-US" sz="1700" dirty="0"/>
          </a:p>
          <a:p>
            <a:r>
              <a:rPr lang="en-US" sz="1700" dirty="0">
                <a:solidFill>
                  <a:srgbClr val="E2E8F0"/>
                </a:solidFill>
              </a:rPr>
              <a:t>UI eller enkel webbdemo med klickbar evidence.</a:t>
            </a:r>
            <a:endParaRPr lang="en-US" sz="1700" dirty="0"/>
          </a:p>
          <a:p>
            <a:r>
              <a:rPr lang="en-US" sz="1700" dirty="0">
                <a:solidFill>
                  <a:srgbClr val="E2E8F0"/>
                </a:solidFill>
              </a:rPr>
              <a:t>Fler personas och jämförbar scoring över flera frågor.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44074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Demo-målet i dag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Visa en begriplig agentkedja som läser källor, debatterar i rundor och låter fiktiva väljare reagera — med tydlig disclaimer.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829800" y="5669280"/>
            <a:ext cx="1234440" cy="329184"/>
          </a:xfrm>
          <a:prstGeom prst="rect">
            <a:avLst/>
          </a:prstGeom>
          <a:solidFill>
            <a:srgbClr val="38BDF8"/>
          </a:solidFill>
          <a:ln>
            <a:solidFill>
              <a:srgbClr val="38BDF8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</a:rPr>
              <a:t>Frågor?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1C4"/>
                </a:solidFill>
              </a:rPr>
              <a:t>Party Debate Agent · hackatondemo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B1C4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Party Debate Agent — hackatondemo</dc:title>
  <dc:subject>Party Debate Agent demo</dc:subject>
  <dc:creator>OpenAI</dc:creator>
  <cp:lastModifiedBy>OpenAI</cp:lastModifiedBy>
  <cp:revision>1</cp:revision>
  <dcterms:created xsi:type="dcterms:W3CDTF">2026-06-10T16:04:24Z</dcterms:created>
  <dcterms:modified xsi:type="dcterms:W3CDTF">2026-06-10T16:04:24Z</dcterms:modified>
</cp:coreProperties>
</file>